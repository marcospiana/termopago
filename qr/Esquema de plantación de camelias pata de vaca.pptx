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801600" cy="9601200" type="A3"/>
  <p:notesSz cx="6858000" cy="9144000"/>
  <p:defaultTextStyle>
    <a:defPPr>
      <a:defRPr lang="es-AR"/>
    </a:defPPr>
    <a:lvl1pPr marL="0" algn="l" defTabSz="1280160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1pPr>
    <a:lvl2pPr marL="640080" algn="l" defTabSz="1280160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2pPr>
    <a:lvl3pPr marL="1280160" algn="l" defTabSz="1280160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3pPr>
    <a:lvl4pPr marL="1920240" algn="l" defTabSz="1280160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4pPr>
    <a:lvl5pPr marL="2560320" algn="l" defTabSz="1280160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5pPr>
    <a:lvl6pPr marL="3200400" algn="l" defTabSz="1280160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6pPr>
    <a:lvl7pPr marL="3840480" algn="l" defTabSz="1280160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7pPr>
    <a:lvl8pPr marL="4480560" algn="l" defTabSz="1280160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8pPr>
    <a:lvl9pPr marL="5120640" algn="l" defTabSz="1280160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24" autoAdjust="0"/>
  </p:normalViewPr>
  <p:slideViewPr>
    <p:cSldViewPr>
      <p:cViewPr varScale="1">
        <p:scale>
          <a:sx n="49" d="100"/>
          <a:sy n="49" d="100"/>
        </p:scale>
        <p:origin x="-1422" y="-102"/>
      </p:cViewPr>
      <p:guideLst>
        <p:guide orient="horz" pos="3024"/>
        <p:guide pos="403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683CA9-B2E9-4F5A-B240-B1F9EC6B5311}" type="datetimeFigureOut">
              <a:rPr lang="es-AR" smtClean="0"/>
              <a:pPr/>
              <a:t>27/08/2026</a:t>
            </a:fld>
            <a:endParaRPr lang="es-AR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5DD4B1-D964-48D4-94B3-B8BC0C3BC7D4}" type="slidenum">
              <a:rPr lang="es-AR" smtClean="0"/>
              <a:pPr/>
              <a:t>‹Nº›</a:t>
            </a:fld>
            <a:endParaRPr lang="es-A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60120" y="2982596"/>
            <a:ext cx="10881360" cy="205803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920240" y="5440680"/>
            <a:ext cx="8961120" cy="24536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40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80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2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56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480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B0B8B-3968-4249-98C3-88484D86DB37}" type="datetimeFigureOut">
              <a:rPr lang="es-AR" smtClean="0"/>
              <a:pPr/>
              <a:t>27/08/2026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CA187-A424-4DF1-8B58-5309366BB704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B0B8B-3968-4249-98C3-88484D86DB37}" type="datetimeFigureOut">
              <a:rPr lang="es-AR" smtClean="0"/>
              <a:pPr/>
              <a:t>27/08/2026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CA187-A424-4DF1-8B58-5309366BB704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011238" y="6169661"/>
            <a:ext cx="10881360" cy="1906905"/>
          </a:xfrm>
        </p:spPr>
        <p:txBody>
          <a:bodyPr anchor="t"/>
          <a:lstStyle>
            <a:lvl1pPr algn="l">
              <a:defRPr sz="56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011238" y="4069399"/>
            <a:ext cx="10881360" cy="2100262"/>
          </a:xfrm>
        </p:spPr>
        <p:txBody>
          <a:bodyPr anchor="b"/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64008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B0B8B-3968-4249-98C3-88484D86DB37}" type="datetimeFigureOut">
              <a:rPr lang="es-AR" smtClean="0"/>
              <a:pPr/>
              <a:t>27/08/2026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CA187-A424-4DF1-8B58-5309366BB704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895669" y="3135948"/>
            <a:ext cx="7958772" cy="8872220"/>
          </a:xfrm>
        </p:spPr>
        <p:txBody>
          <a:bodyPr/>
          <a:lstStyle>
            <a:lvl1pPr>
              <a:defRPr sz="3900"/>
            </a:lvl1pPr>
            <a:lvl2pPr>
              <a:defRPr sz="3400"/>
            </a:lvl2pPr>
            <a:lvl3pPr>
              <a:defRPr sz="28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9067800" y="3135948"/>
            <a:ext cx="7958773" cy="8872220"/>
          </a:xfrm>
        </p:spPr>
        <p:txBody>
          <a:bodyPr/>
          <a:lstStyle>
            <a:lvl1pPr>
              <a:defRPr sz="3900"/>
            </a:lvl1pPr>
            <a:lvl2pPr>
              <a:defRPr sz="3400"/>
            </a:lvl2pPr>
            <a:lvl3pPr>
              <a:defRPr sz="28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B0B8B-3968-4249-98C3-88484D86DB37}" type="datetimeFigureOut">
              <a:rPr lang="es-AR" smtClean="0"/>
              <a:pPr/>
              <a:t>27/08/2026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CA187-A424-4DF1-8B58-5309366BB704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40080" y="384493"/>
            <a:ext cx="11521440" cy="1600200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40080" y="2149158"/>
            <a:ext cx="5656263" cy="895667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00" b="1"/>
            </a:lvl3pPr>
            <a:lvl4pPr marL="1920240" indent="0">
              <a:buNone/>
              <a:defRPr sz="2200" b="1"/>
            </a:lvl4pPr>
            <a:lvl5pPr marL="2560320" indent="0">
              <a:buNone/>
              <a:defRPr sz="2200" b="1"/>
            </a:lvl5pPr>
            <a:lvl6pPr marL="3200400" indent="0">
              <a:buNone/>
              <a:defRPr sz="2200" b="1"/>
            </a:lvl6pPr>
            <a:lvl7pPr marL="3840480" indent="0">
              <a:buNone/>
              <a:defRPr sz="2200" b="1"/>
            </a:lvl7pPr>
            <a:lvl8pPr marL="4480560" indent="0">
              <a:buNone/>
              <a:defRPr sz="2200" b="1"/>
            </a:lvl8pPr>
            <a:lvl9pPr marL="5120640" indent="0">
              <a:buNone/>
              <a:defRPr sz="22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40080" y="3044825"/>
            <a:ext cx="5656263" cy="5531803"/>
          </a:xfrm>
        </p:spPr>
        <p:txBody>
          <a:bodyPr/>
          <a:lstStyle>
            <a:lvl1pPr>
              <a:defRPr sz="3400"/>
            </a:lvl1pPr>
            <a:lvl2pPr>
              <a:defRPr sz="28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503036" y="2149158"/>
            <a:ext cx="5658485" cy="895667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00" b="1"/>
            </a:lvl3pPr>
            <a:lvl4pPr marL="1920240" indent="0">
              <a:buNone/>
              <a:defRPr sz="2200" b="1"/>
            </a:lvl4pPr>
            <a:lvl5pPr marL="2560320" indent="0">
              <a:buNone/>
              <a:defRPr sz="2200" b="1"/>
            </a:lvl5pPr>
            <a:lvl6pPr marL="3200400" indent="0">
              <a:buNone/>
              <a:defRPr sz="2200" b="1"/>
            </a:lvl6pPr>
            <a:lvl7pPr marL="3840480" indent="0">
              <a:buNone/>
              <a:defRPr sz="2200" b="1"/>
            </a:lvl7pPr>
            <a:lvl8pPr marL="4480560" indent="0">
              <a:buNone/>
              <a:defRPr sz="2200" b="1"/>
            </a:lvl8pPr>
            <a:lvl9pPr marL="5120640" indent="0">
              <a:buNone/>
              <a:defRPr sz="22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503036" y="3044825"/>
            <a:ext cx="5658485" cy="5531803"/>
          </a:xfrm>
        </p:spPr>
        <p:txBody>
          <a:bodyPr/>
          <a:lstStyle>
            <a:lvl1pPr>
              <a:defRPr sz="3400"/>
            </a:lvl1pPr>
            <a:lvl2pPr>
              <a:defRPr sz="28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B0B8B-3968-4249-98C3-88484D86DB37}" type="datetimeFigureOut">
              <a:rPr lang="es-AR" smtClean="0"/>
              <a:pPr/>
              <a:t>27/08/2026</a:t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CA187-A424-4DF1-8B58-5309366BB704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B0B8B-3968-4249-98C3-88484D86DB37}" type="datetimeFigureOut">
              <a:rPr lang="es-AR" smtClean="0"/>
              <a:pPr/>
              <a:t>27/08/2026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CA187-A424-4DF1-8B58-5309366BB704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B0B8B-3968-4249-98C3-88484D86DB37}" type="datetimeFigureOut">
              <a:rPr lang="es-AR" smtClean="0"/>
              <a:pPr/>
              <a:t>27/08/2026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CA187-A424-4DF1-8B58-5309366BB704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40081" y="382270"/>
            <a:ext cx="4211638" cy="1626870"/>
          </a:xfrm>
        </p:spPr>
        <p:txBody>
          <a:bodyPr anchor="b"/>
          <a:lstStyle>
            <a:lvl1pPr algn="l">
              <a:defRPr sz="28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005070" y="382271"/>
            <a:ext cx="7156450" cy="8194358"/>
          </a:xfrm>
        </p:spPr>
        <p:txBody>
          <a:bodyPr/>
          <a:lstStyle>
            <a:lvl1pPr>
              <a:defRPr sz="4500"/>
            </a:lvl1pPr>
            <a:lvl2pPr>
              <a:defRPr sz="3900"/>
            </a:lvl2pPr>
            <a:lvl3pPr>
              <a:defRPr sz="34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40081" y="2009141"/>
            <a:ext cx="4211638" cy="6567488"/>
          </a:xfrm>
        </p:spPr>
        <p:txBody>
          <a:bodyPr/>
          <a:lstStyle>
            <a:lvl1pPr marL="0" indent="0">
              <a:buNone/>
              <a:defRPr sz="2000"/>
            </a:lvl1pPr>
            <a:lvl2pPr marL="640080" indent="0">
              <a:buNone/>
              <a:defRPr sz="1700"/>
            </a:lvl2pPr>
            <a:lvl3pPr marL="1280160" indent="0">
              <a:buNone/>
              <a:defRPr sz="1400"/>
            </a:lvl3pPr>
            <a:lvl4pPr marL="1920240" indent="0">
              <a:buNone/>
              <a:defRPr sz="1300"/>
            </a:lvl4pPr>
            <a:lvl5pPr marL="2560320" indent="0">
              <a:buNone/>
              <a:defRPr sz="1300"/>
            </a:lvl5pPr>
            <a:lvl6pPr marL="3200400" indent="0">
              <a:buNone/>
              <a:defRPr sz="1300"/>
            </a:lvl6pPr>
            <a:lvl7pPr marL="3840480" indent="0">
              <a:buNone/>
              <a:defRPr sz="1300"/>
            </a:lvl7pPr>
            <a:lvl8pPr marL="4480560" indent="0">
              <a:buNone/>
              <a:defRPr sz="1300"/>
            </a:lvl8pPr>
            <a:lvl9pPr marL="5120640" indent="0">
              <a:buNone/>
              <a:defRPr sz="13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B0B8B-3968-4249-98C3-88484D86DB37}" type="datetimeFigureOut">
              <a:rPr lang="es-AR" smtClean="0"/>
              <a:pPr/>
              <a:t>27/08/2026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CA187-A424-4DF1-8B58-5309366BB704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509203" y="6720840"/>
            <a:ext cx="7680960" cy="793433"/>
          </a:xfrm>
        </p:spPr>
        <p:txBody>
          <a:bodyPr anchor="b"/>
          <a:lstStyle>
            <a:lvl1pPr algn="l">
              <a:defRPr sz="28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509203" y="857885"/>
            <a:ext cx="7680960" cy="5760720"/>
          </a:xfrm>
        </p:spPr>
        <p:txBody>
          <a:bodyPr/>
          <a:lstStyle>
            <a:lvl1pPr marL="0" indent="0">
              <a:buNone/>
              <a:defRPr sz="4500"/>
            </a:lvl1pPr>
            <a:lvl2pPr marL="640080" indent="0">
              <a:buNone/>
              <a:defRPr sz="3900"/>
            </a:lvl2pPr>
            <a:lvl3pPr marL="1280160" indent="0">
              <a:buNone/>
              <a:defRPr sz="340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509203" y="7514273"/>
            <a:ext cx="7680960" cy="1126807"/>
          </a:xfrm>
        </p:spPr>
        <p:txBody>
          <a:bodyPr/>
          <a:lstStyle>
            <a:lvl1pPr marL="0" indent="0">
              <a:buNone/>
              <a:defRPr sz="2000"/>
            </a:lvl1pPr>
            <a:lvl2pPr marL="640080" indent="0">
              <a:buNone/>
              <a:defRPr sz="1700"/>
            </a:lvl2pPr>
            <a:lvl3pPr marL="1280160" indent="0">
              <a:buNone/>
              <a:defRPr sz="1400"/>
            </a:lvl3pPr>
            <a:lvl4pPr marL="1920240" indent="0">
              <a:buNone/>
              <a:defRPr sz="1300"/>
            </a:lvl4pPr>
            <a:lvl5pPr marL="2560320" indent="0">
              <a:buNone/>
              <a:defRPr sz="1300"/>
            </a:lvl5pPr>
            <a:lvl6pPr marL="3200400" indent="0">
              <a:buNone/>
              <a:defRPr sz="1300"/>
            </a:lvl6pPr>
            <a:lvl7pPr marL="3840480" indent="0">
              <a:buNone/>
              <a:defRPr sz="1300"/>
            </a:lvl7pPr>
            <a:lvl8pPr marL="4480560" indent="0">
              <a:buNone/>
              <a:defRPr sz="1300"/>
            </a:lvl8pPr>
            <a:lvl9pPr marL="5120640" indent="0">
              <a:buNone/>
              <a:defRPr sz="13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B0B8B-3968-4249-98C3-88484D86DB37}" type="datetimeFigureOut">
              <a:rPr lang="es-AR" smtClean="0"/>
              <a:pPr/>
              <a:t>27/08/2026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CA187-A424-4DF1-8B58-5309366BB704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B0B8B-3968-4249-98C3-88484D86DB37}" type="datetimeFigureOut">
              <a:rPr lang="es-AR" smtClean="0"/>
              <a:pPr/>
              <a:t>27/08/2026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CA187-A424-4DF1-8B58-5309366BB704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12994959" y="537845"/>
            <a:ext cx="4031615" cy="11470323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895668" y="537845"/>
            <a:ext cx="11885930" cy="11470323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B0B8B-3968-4249-98C3-88484D86DB37}" type="datetimeFigureOut">
              <a:rPr lang="es-AR" smtClean="0"/>
              <a:pPr/>
              <a:t>27/08/2026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CA187-A424-4DF1-8B58-5309366BB704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40080" y="384493"/>
            <a:ext cx="11521440" cy="1600200"/>
          </a:xfrm>
          <a:prstGeom prst="rect">
            <a:avLst/>
          </a:prstGeom>
        </p:spPr>
        <p:txBody>
          <a:bodyPr vert="horz" lIns="128016" tIns="64008" rIns="128016" bIns="64008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40080" y="2240281"/>
            <a:ext cx="11521440" cy="6336348"/>
          </a:xfrm>
          <a:prstGeom prst="rect">
            <a:avLst/>
          </a:prstGeom>
        </p:spPr>
        <p:txBody>
          <a:bodyPr vert="horz" lIns="128016" tIns="64008" rIns="128016" bIns="64008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40080" y="8898891"/>
            <a:ext cx="2987040" cy="511175"/>
          </a:xfrm>
          <a:prstGeom prst="rect">
            <a:avLst/>
          </a:prstGeom>
        </p:spPr>
        <p:txBody>
          <a:bodyPr vert="horz" lIns="128016" tIns="64008" rIns="128016" bIns="64008" rtlCol="0" anchor="ctr"/>
          <a:lstStyle>
            <a:lvl1pPr algn="l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2B0B8B-3968-4249-98C3-88484D86DB37}" type="datetimeFigureOut">
              <a:rPr lang="es-AR" smtClean="0"/>
              <a:pPr/>
              <a:t>27/08/2026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373880" y="8898891"/>
            <a:ext cx="4053840" cy="511175"/>
          </a:xfrm>
          <a:prstGeom prst="rect">
            <a:avLst/>
          </a:prstGeom>
        </p:spPr>
        <p:txBody>
          <a:bodyPr vert="horz" lIns="128016" tIns="64008" rIns="128016" bIns="64008" rtlCol="0" anchor="ctr"/>
          <a:lstStyle>
            <a:lvl1pPr algn="ctr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9174480" y="8898891"/>
            <a:ext cx="2987040" cy="511175"/>
          </a:xfrm>
          <a:prstGeom prst="rect">
            <a:avLst/>
          </a:prstGeom>
        </p:spPr>
        <p:txBody>
          <a:bodyPr vert="horz" lIns="128016" tIns="64008" rIns="128016" bIns="64008" rtlCol="0" anchor="ctr"/>
          <a:lstStyle>
            <a:lvl1pPr algn="r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ECA187-A424-4DF1-8B58-5309366BB704}" type="slidenum">
              <a:rPr lang="es-AR" smtClean="0"/>
              <a:pPr/>
              <a:t>‹Nº›</a:t>
            </a:fld>
            <a:endParaRPr lang="es-A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280160" rtl="0" eaLnBrk="1" latinLnBrk="0" hangingPunct="1">
        <a:spcBef>
          <a:spcPct val="0"/>
        </a:spcBef>
        <a:buNone/>
        <a:defRPr sz="6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60" indent="-480060" algn="l" defTabSz="1280160" rtl="0" eaLnBrk="1" latinLnBrk="0" hangingPunct="1">
        <a:spcBef>
          <a:spcPct val="20000"/>
        </a:spcBef>
        <a:buFont typeface="Arial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1pPr>
      <a:lvl2pPr marL="1040130" indent="-400050" algn="l" defTabSz="1280160" rtl="0" eaLnBrk="1" latinLnBrk="0" hangingPunct="1">
        <a:spcBef>
          <a:spcPct val="20000"/>
        </a:spcBef>
        <a:buFont typeface="Arial" pitchFamily="34" charset="0"/>
        <a:buChar char="–"/>
        <a:defRPr sz="390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spcBef>
          <a:spcPct val="20000"/>
        </a:spcBef>
        <a:buFont typeface="Arial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spcBef>
          <a:spcPct val="20000"/>
        </a:spcBef>
        <a:buFont typeface="Arial" pitchFamily="34" charset="0"/>
        <a:buChar char="»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1280160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60120" y="2280320"/>
            <a:ext cx="11057304" cy="2760311"/>
          </a:xfrm>
          <a:solidFill>
            <a:schemeClr val="accent3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s-AR" b="1" dirty="0" smtClean="0"/>
              <a:t>Esquema tentativo de plantación</a:t>
            </a:r>
            <a:br>
              <a:rPr lang="es-AR" b="1" dirty="0" smtClean="0"/>
            </a:br>
            <a:r>
              <a:rPr lang="es-AR" b="1" dirty="0" smtClean="0"/>
              <a:t>camelias / pata de vaca</a:t>
            </a:r>
            <a:r>
              <a:rPr lang="es-AR" dirty="0" smtClean="0"/>
              <a:t/>
            </a:r>
            <a:br>
              <a:rPr lang="es-AR" dirty="0" smtClean="0"/>
            </a:br>
            <a:endParaRPr lang="es-A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216224" y="984176"/>
            <a:ext cx="1008112" cy="93610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4 Rectángulo"/>
          <p:cNvSpPr/>
          <p:nvPr/>
        </p:nvSpPr>
        <p:spPr>
          <a:xfrm>
            <a:off x="2800400" y="2856384"/>
            <a:ext cx="8856984" cy="5472608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5 Elipse"/>
          <p:cNvSpPr/>
          <p:nvPr/>
        </p:nvSpPr>
        <p:spPr>
          <a:xfrm>
            <a:off x="3232448" y="6744816"/>
            <a:ext cx="648072" cy="64807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6 Elipse"/>
          <p:cNvSpPr/>
          <p:nvPr/>
        </p:nvSpPr>
        <p:spPr>
          <a:xfrm>
            <a:off x="4312568" y="7032848"/>
            <a:ext cx="648072" cy="64807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7 Elipse"/>
          <p:cNvSpPr/>
          <p:nvPr/>
        </p:nvSpPr>
        <p:spPr>
          <a:xfrm>
            <a:off x="3880520" y="6096744"/>
            <a:ext cx="648072" cy="64807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srgbClr val="FF0000"/>
              </a:solidFill>
            </a:endParaRPr>
          </a:p>
        </p:txBody>
      </p:sp>
      <p:sp>
        <p:nvSpPr>
          <p:cNvPr id="9" name="8 Elipse"/>
          <p:cNvSpPr/>
          <p:nvPr/>
        </p:nvSpPr>
        <p:spPr>
          <a:xfrm>
            <a:off x="6256784" y="5664696"/>
            <a:ext cx="648072" cy="64807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9 Elipse"/>
          <p:cNvSpPr/>
          <p:nvPr/>
        </p:nvSpPr>
        <p:spPr>
          <a:xfrm>
            <a:off x="5968752" y="6528792"/>
            <a:ext cx="648072" cy="64807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10 Elipse"/>
          <p:cNvSpPr/>
          <p:nvPr/>
        </p:nvSpPr>
        <p:spPr>
          <a:xfrm>
            <a:off x="7336904" y="5952728"/>
            <a:ext cx="648072" cy="64807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11 Elipse"/>
          <p:cNvSpPr/>
          <p:nvPr/>
        </p:nvSpPr>
        <p:spPr>
          <a:xfrm>
            <a:off x="6616824" y="7392888"/>
            <a:ext cx="648072" cy="64807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12 Elipse"/>
          <p:cNvSpPr/>
          <p:nvPr/>
        </p:nvSpPr>
        <p:spPr>
          <a:xfrm>
            <a:off x="7336904" y="6888832"/>
            <a:ext cx="648072" cy="64807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13 Elipse"/>
          <p:cNvSpPr/>
          <p:nvPr/>
        </p:nvSpPr>
        <p:spPr>
          <a:xfrm>
            <a:off x="9641160" y="5808712"/>
            <a:ext cx="648072" cy="64807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14 Elipse"/>
          <p:cNvSpPr/>
          <p:nvPr/>
        </p:nvSpPr>
        <p:spPr>
          <a:xfrm>
            <a:off x="9209112" y="6816824"/>
            <a:ext cx="648072" cy="64807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15 Elipse"/>
          <p:cNvSpPr/>
          <p:nvPr/>
        </p:nvSpPr>
        <p:spPr>
          <a:xfrm>
            <a:off x="10361240" y="6600800"/>
            <a:ext cx="648072" cy="64807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6" name="25 Elipse"/>
          <p:cNvSpPr/>
          <p:nvPr/>
        </p:nvSpPr>
        <p:spPr>
          <a:xfrm>
            <a:off x="1144216" y="2064296"/>
            <a:ext cx="1296144" cy="50405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dirty="0" smtClean="0">
                <a:solidFill>
                  <a:schemeClr val="tx1"/>
                </a:solidFill>
              </a:rPr>
              <a:t>Casa</a:t>
            </a:r>
            <a:endParaRPr lang="es-AR" sz="2000" dirty="0">
              <a:solidFill>
                <a:schemeClr val="tx1"/>
              </a:solidFill>
            </a:endParaRPr>
          </a:p>
        </p:txBody>
      </p:sp>
      <p:sp>
        <p:nvSpPr>
          <p:cNvPr id="27" name="26 Elipse"/>
          <p:cNvSpPr/>
          <p:nvPr/>
        </p:nvSpPr>
        <p:spPr>
          <a:xfrm>
            <a:off x="3448472" y="3432448"/>
            <a:ext cx="7128792" cy="115212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dirty="0" smtClean="0">
                <a:solidFill>
                  <a:schemeClr val="tx1"/>
                </a:solidFill>
              </a:rPr>
              <a:t>Pinar</a:t>
            </a:r>
            <a:endParaRPr lang="es-AR" sz="2000" dirty="0">
              <a:solidFill>
                <a:schemeClr val="tx1"/>
              </a:solidFill>
            </a:endParaRPr>
          </a:p>
        </p:txBody>
      </p:sp>
      <p:sp>
        <p:nvSpPr>
          <p:cNvPr id="28" name="27 Rectángulo"/>
          <p:cNvSpPr/>
          <p:nvPr/>
        </p:nvSpPr>
        <p:spPr>
          <a:xfrm>
            <a:off x="2584376" y="8761040"/>
            <a:ext cx="9505056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 smtClean="0">
                <a:solidFill>
                  <a:schemeClr val="tx1"/>
                </a:solidFill>
              </a:rPr>
              <a:t>Distancia aproximada entre plantas 3 a 3,5 m; entre grupos 4 a 4,5 m</a:t>
            </a:r>
            <a:endParaRPr lang="es-AR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216224" y="984176"/>
            <a:ext cx="1008112" cy="93610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4 Rectángulo"/>
          <p:cNvSpPr/>
          <p:nvPr/>
        </p:nvSpPr>
        <p:spPr>
          <a:xfrm>
            <a:off x="2800400" y="2856384"/>
            <a:ext cx="8856984" cy="5472608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6 Elipse"/>
          <p:cNvSpPr/>
          <p:nvPr/>
        </p:nvSpPr>
        <p:spPr>
          <a:xfrm>
            <a:off x="4672608" y="7176864"/>
            <a:ext cx="648072" cy="64807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7 Elipse"/>
          <p:cNvSpPr/>
          <p:nvPr/>
        </p:nvSpPr>
        <p:spPr>
          <a:xfrm>
            <a:off x="5104656" y="6384776"/>
            <a:ext cx="648072" cy="64807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srgbClr val="FF0000"/>
              </a:solidFill>
            </a:endParaRPr>
          </a:p>
        </p:txBody>
      </p:sp>
      <p:sp>
        <p:nvSpPr>
          <p:cNvPr id="9" name="8 Elipse"/>
          <p:cNvSpPr/>
          <p:nvPr/>
        </p:nvSpPr>
        <p:spPr>
          <a:xfrm>
            <a:off x="6256784" y="5664696"/>
            <a:ext cx="648072" cy="64807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9 Elipse"/>
          <p:cNvSpPr/>
          <p:nvPr/>
        </p:nvSpPr>
        <p:spPr>
          <a:xfrm>
            <a:off x="5968752" y="6528792"/>
            <a:ext cx="648072" cy="64807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10 Elipse"/>
          <p:cNvSpPr/>
          <p:nvPr/>
        </p:nvSpPr>
        <p:spPr>
          <a:xfrm>
            <a:off x="7480920" y="5808712"/>
            <a:ext cx="648072" cy="64807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11 Elipse"/>
          <p:cNvSpPr/>
          <p:nvPr/>
        </p:nvSpPr>
        <p:spPr>
          <a:xfrm>
            <a:off x="6544816" y="7392888"/>
            <a:ext cx="648072" cy="64807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12 Elipse"/>
          <p:cNvSpPr/>
          <p:nvPr/>
        </p:nvSpPr>
        <p:spPr>
          <a:xfrm>
            <a:off x="7336904" y="6816824"/>
            <a:ext cx="648072" cy="64807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14 Elipse"/>
          <p:cNvSpPr/>
          <p:nvPr/>
        </p:nvSpPr>
        <p:spPr>
          <a:xfrm>
            <a:off x="8417024" y="6384776"/>
            <a:ext cx="648072" cy="64807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15 Elipse"/>
          <p:cNvSpPr/>
          <p:nvPr/>
        </p:nvSpPr>
        <p:spPr>
          <a:xfrm>
            <a:off x="8489032" y="7392888"/>
            <a:ext cx="648072" cy="64807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6" name="25 Elipse"/>
          <p:cNvSpPr/>
          <p:nvPr/>
        </p:nvSpPr>
        <p:spPr>
          <a:xfrm>
            <a:off x="1144216" y="2064296"/>
            <a:ext cx="1296144" cy="50405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dirty="0" smtClean="0">
                <a:solidFill>
                  <a:schemeClr val="tx1"/>
                </a:solidFill>
              </a:rPr>
              <a:t>Casa</a:t>
            </a:r>
            <a:endParaRPr lang="es-AR" sz="2000" dirty="0">
              <a:solidFill>
                <a:schemeClr val="tx1"/>
              </a:solidFill>
            </a:endParaRPr>
          </a:p>
        </p:txBody>
      </p:sp>
      <p:sp>
        <p:nvSpPr>
          <p:cNvPr id="27" name="26 Elipse"/>
          <p:cNvSpPr/>
          <p:nvPr/>
        </p:nvSpPr>
        <p:spPr>
          <a:xfrm>
            <a:off x="3664496" y="3432448"/>
            <a:ext cx="6912768" cy="115212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dirty="0" smtClean="0">
                <a:solidFill>
                  <a:schemeClr val="tx1"/>
                </a:solidFill>
              </a:rPr>
              <a:t>Pinar</a:t>
            </a:r>
            <a:endParaRPr lang="es-AR" sz="2000" dirty="0">
              <a:solidFill>
                <a:schemeClr val="tx1"/>
              </a:solidFill>
            </a:endParaRPr>
          </a:p>
        </p:txBody>
      </p:sp>
      <p:sp>
        <p:nvSpPr>
          <p:cNvPr id="28" name="27 Rectángulo"/>
          <p:cNvSpPr/>
          <p:nvPr/>
        </p:nvSpPr>
        <p:spPr>
          <a:xfrm>
            <a:off x="2584376" y="8761040"/>
            <a:ext cx="9505056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 smtClean="0">
                <a:solidFill>
                  <a:schemeClr val="tx1"/>
                </a:solidFill>
              </a:rPr>
              <a:t>Distancia aproximada entre plantas 3 a 3,5 m</a:t>
            </a:r>
            <a:endParaRPr lang="es-AR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31</Words>
  <Application>Microsoft Office PowerPoint</Application>
  <PresentationFormat>Papel A3 (297 x 420 mm)</PresentationFormat>
  <Paragraphs>7</Paragraphs>
  <Slides>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4" baseType="lpstr">
      <vt:lpstr>Tema de Office</vt:lpstr>
      <vt:lpstr>Esquema tentativo de plantación camelias / pata de vaca </vt:lpstr>
      <vt:lpstr>Diapositiva 2</vt:lpstr>
      <vt:lpstr>Diapositiva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Naranjal de Pereda</dc:title>
  <dc:creator>USUARIO</dc:creator>
  <cp:lastModifiedBy>USUARIO</cp:lastModifiedBy>
  <cp:revision>82</cp:revision>
  <dcterms:created xsi:type="dcterms:W3CDTF">2024-11-14T19:44:01Z</dcterms:created>
  <dcterms:modified xsi:type="dcterms:W3CDTF">2026-08-27T14:26:52Z</dcterms:modified>
</cp:coreProperties>
</file>